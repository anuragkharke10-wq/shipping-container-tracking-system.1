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Shipping Container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Tracking System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13716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46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87  |  C++ Programming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Anurag Kharke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150096725100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Skills University  |  B.Tech CSE 2025–29  |  Semester II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64008" cy="3291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25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containers move across global ports, warehouses, and transit hubs.</a:t>
            </a:r>
            <a:endParaRPr lang="en-US" sz="13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tracking is slow, error-prone, and can't handle modern volumes.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lost container means financial loss and supply chain disruption.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64008" cy="3291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25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78308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containers with unique IDs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real-time locations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containers by ID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status reports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data using file handling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all user inputs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Design &amp; Technology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417320" cy="146304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17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options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84248" y="17830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21992" y="1280160"/>
            <a:ext cx="1417320" cy="14630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21992" y="1417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221992" y="182880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format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Weight, Status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17830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95344" y="1280160"/>
            <a:ext cx="1417320" cy="146304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95344" y="1417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95344" y="182880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class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vector&lt;Container&gt;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30952" y="17830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68696" y="1280160"/>
            <a:ext cx="1417320" cy="1463040"/>
          </a:xfrm>
          <a:prstGeom prst="rect">
            <a:avLst/>
          </a:prstGeom>
          <a:solidFill>
            <a:srgbClr val="0E74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68696" y="1417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68696" y="182880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containers.txt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04304" y="17830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42048" y="1280160"/>
            <a:ext cx="1417320" cy="1463040"/>
          </a:xfrm>
          <a:prstGeom prst="rect">
            <a:avLst/>
          </a:prstGeom>
          <a:solidFill>
            <a:srgbClr val="155E7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42048" y="1417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42048" y="182880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063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8640" y="3566160"/>
            <a:ext cx="3840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3566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(C++11)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Programming Language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3566160"/>
            <a:ext cx="3840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0600" y="3566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fstream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File I/O &amp; Persistence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206240"/>
            <a:ext cx="3840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5800" y="4206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(STL)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Dynamic Data Storage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4206240"/>
            <a:ext cx="3840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00600" y="4206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stringstream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String Parsing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 &amp; Output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26060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61848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containers with unique ID, origin, destination, weight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55848" y="1143000"/>
            <a:ext cx="26060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55848" y="114300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3493008" y="1280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93008" y="161848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location and status of any container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63056" y="1143000"/>
            <a:ext cx="26060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63056" y="114300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300216" y="1280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0216" y="161848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container details instantly by ID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468880"/>
            <a:ext cx="26060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46888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606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29443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view of all container records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55848" y="2468880"/>
            <a:ext cx="26060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55848" y="246888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3493008" y="2606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93008" y="29443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Category-wise counts with percentages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63056" y="2468880"/>
            <a:ext cx="26060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63056" y="246888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6300216" y="2606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0216" y="29443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containers with confirmation prompt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840480"/>
            <a:ext cx="804672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7240" y="393192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./tracker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Transit: 2 (50.0%)  |  Delivered: 1 (25.0%)  |  At Port: 1 (25.0%)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3657600" cy="2743200"/>
          </a:xfrm>
          <a:prstGeom prst="rect">
            <a:avLst/>
          </a:prstGeom>
          <a:solidFill>
            <a:srgbClr val="132D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64008" cy="2743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makes code modular &amp; maintainable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 enables data persistence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ensures data integrity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UI provides ease of use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657600" cy="2743200"/>
          </a:xfrm>
          <a:prstGeom prst="rect">
            <a:avLst/>
          </a:prstGeom>
          <a:solidFill>
            <a:srgbClr val="132D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71600"/>
            <a:ext cx="64008" cy="2743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 (SQLite/MySQL)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with Qt or wxWidgets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GPS-based real-time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network access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87: Shipping Container Tracking System</dc:title>
  <dc:subject>PptxGenJS Presentation</dc:subject>
  <dc:creator>Anurag Kharke</dc:creator>
  <cp:lastModifiedBy>Anurag Kharke</cp:lastModifiedBy>
  <cp:revision>1</cp:revision>
  <dcterms:created xsi:type="dcterms:W3CDTF">2026-03-11T19:43:10Z</dcterms:created>
  <dcterms:modified xsi:type="dcterms:W3CDTF">2026-03-11T19:43:10Z</dcterms:modified>
</cp:coreProperties>
</file>